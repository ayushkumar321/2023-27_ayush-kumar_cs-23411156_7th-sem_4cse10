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1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-490" y="-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09728"/>
            <a:ext cx="8814816" cy="18790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64234" y="285751"/>
            <a:ext cx="8229600" cy="1657350"/>
          </a:xfrm>
        </p:spPr>
        <p:txBody>
          <a:bodyPr lIns="45720" rIns="228600" anchor="b">
            <a:normAutofit/>
          </a:bodyPr>
          <a:lstStyle>
            <a:lvl1pPr marL="0" algn="r">
              <a:defRPr sz="480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133600" y="2114550"/>
            <a:ext cx="6560234" cy="1314450"/>
          </a:xfrm>
        </p:spPr>
        <p:txBody>
          <a:bodyPr lIns="45720" rIns="246888"/>
          <a:lstStyle>
            <a:lvl1pPr marL="0" indent="0" algn="r">
              <a:spcBef>
                <a:spcPts val="0"/>
              </a:spcBef>
              <a:buNone/>
              <a:defRPr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5562600" y="4881753"/>
            <a:ext cx="3002280" cy="205740"/>
          </a:xfrm>
        </p:spPr>
        <p:txBody>
          <a:bodyPr vert="horz" rtlCol="0"/>
          <a:lstStyle>
            <a:extLst/>
          </a:lstStyle>
          <a:p>
            <a:fld id="{7CB97365-EBCA-4027-87D5-99FC1D4DF0BB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8638952" y="4881753"/>
            <a:ext cx="464288" cy="20574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69E29E33-B620-47F9-BB04-8846C2A5AFCC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>
          <a:xfrm>
            <a:off x="1600200" y="4881753"/>
            <a:ext cx="3907464" cy="205740"/>
          </a:xfrm>
        </p:spPr>
        <p:txBody>
          <a:bodyPr vert="horz" rtlCol="0"/>
          <a:lstStyle>
            <a:extLst/>
          </a:lstStyle>
          <a:p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88392" y="1068441"/>
            <a:ext cx="8001000" cy="6858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CB97365-EBCA-4027-87D5-99FC1D4DF0BB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9E29E33-B620-47F9-BB04-8846C2A5AFC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0128" y="2450592"/>
            <a:ext cx="7406640" cy="6858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373673"/>
            <a:ext cx="7772400" cy="2048256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465785"/>
            <a:ext cx="7772400" cy="1132284"/>
          </a:xfrm>
        </p:spPr>
        <p:txBody>
          <a:bodyPr rIns="128016" anchor="t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4885253"/>
            <a:ext cx="3002280" cy="205740"/>
          </a:xfrm>
        </p:spPr>
        <p:txBody>
          <a:bodyPr vert="horz" rtlCol="0"/>
          <a:lstStyle>
            <a:extLst/>
          </a:lstStyle>
          <a:p>
            <a:fld id="{7CB97365-EBCA-4027-87D5-99FC1D4DF0BB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8952" y="4885253"/>
            <a:ext cx="464288" cy="20574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69E29E33-B620-47F9-BB04-8846C2A5AFCC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4885253"/>
            <a:ext cx="3907464" cy="205740"/>
          </a:xfrm>
        </p:spPr>
        <p:txBody>
          <a:bodyPr vert="horz" rtlCol="0"/>
          <a:lstStyle>
            <a:extLst/>
          </a:lstStyle>
          <a:p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34440"/>
            <a:ext cx="4038600" cy="339471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34440"/>
            <a:ext cx="4038600" cy="339471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CB97365-EBCA-4027-87D5-99FC1D4DF0BB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41080" y="4885926"/>
            <a:ext cx="464288" cy="205740"/>
          </a:xfrm>
        </p:spPr>
        <p:txBody>
          <a:bodyPr/>
          <a:lstStyle>
            <a:extLst/>
          </a:lstStyle>
          <a:p>
            <a:fld id="{69E29E33-B620-47F9-BB04-8846C2A5AFCC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588392" y="1068441"/>
            <a:ext cx="8001000" cy="6858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616744" y="1623912"/>
            <a:ext cx="3749040" cy="6858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4800600" y="1623912"/>
            <a:ext cx="3749040" cy="6858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961"/>
            <a:ext cx="8229600" cy="85725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1151335"/>
            <a:ext cx="4041775" cy="47982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771651"/>
            <a:ext cx="4040188" cy="2956322"/>
          </a:xfrm>
        </p:spPr>
        <p:txBody>
          <a:bodyPr lIns="9144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771651"/>
            <a:ext cx="4041775" cy="2956322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CB97365-EBCA-4027-87D5-99FC1D4DF0BB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41080" y="4885926"/>
            <a:ext cx="464288" cy="205740"/>
          </a:xfrm>
        </p:spPr>
        <p:txBody>
          <a:bodyPr/>
          <a:lstStyle>
            <a:extLst/>
          </a:lstStyle>
          <a:p>
            <a:fld id="{69E29E33-B620-47F9-BB04-8846C2A5AFC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9914"/>
            <a:ext cx="8229600" cy="85725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CB97365-EBCA-4027-87D5-99FC1D4DF0BB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9E29E33-B620-47F9-BB04-8846C2A5AFCC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588392" y="1068441"/>
            <a:ext cx="8001000" cy="6858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CB97365-EBCA-4027-87D5-99FC1D4DF0BB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9E29E33-B620-47F9-BB04-8846C2A5AFC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5057552" y="793242"/>
            <a:ext cx="3749040" cy="6858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3136" y="228600"/>
            <a:ext cx="3931920" cy="571500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963136" y="830670"/>
            <a:ext cx="3931920" cy="8001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228600" y="1657350"/>
            <a:ext cx="8666456" cy="2983230"/>
          </a:xfrm>
        </p:spPr>
        <p:txBody>
          <a:bodyPr/>
          <a:lstStyle>
            <a:lvl1pPr marL="292608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872"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5562600" y="4885253"/>
            <a:ext cx="3002280" cy="205740"/>
          </a:xfrm>
        </p:spPr>
        <p:txBody>
          <a:bodyPr vert="horz" rtlCol="0"/>
          <a:lstStyle>
            <a:extLst/>
          </a:lstStyle>
          <a:p>
            <a:fld id="{7CB97365-EBCA-4027-87D5-99FC1D4DF0BB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>
          <a:xfrm>
            <a:off x="8638952" y="4885253"/>
            <a:ext cx="464288" cy="20574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69E29E33-B620-47F9-BB04-8846C2A5AFCC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>
          <a:xfrm>
            <a:off x="1600200" y="4885253"/>
            <a:ext cx="3907464" cy="205740"/>
          </a:xfrm>
        </p:spPr>
        <p:txBody>
          <a:bodyPr vert="horz" rtlCol="0"/>
          <a:lstStyle>
            <a:extLst/>
          </a:lstStyle>
          <a:p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0443" y="3543300"/>
            <a:ext cx="5486400" cy="498402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0443" y="4041703"/>
            <a:ext cx="5486400" cy="684191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304800" y="187398"/>
            <a:ext cx="8534400" cy="325755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  <a:extLst/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4881753"/>
            <a:ext cx="3002280" cy="205740"/>
          </a:xfrm>
        </p:spPr>
        <p:txBody>
          <a:bodyPr vert="horz" rtlCol="0"/>
          <a:lstStyle>
            <a:extLst/>
          </a:lstStyle>
          <a:p>
            <a:fld id="{7CB97365-EBCA-4027-87D5-99FC1D4DF0BB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8952" y="4881753"/>
            <a:ext cx="464288" cy="20574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69E29E33-B620-47F9-BB04-8846C2A5AFCC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4881753"/>
            <a:ext cx="3907464" cy="205740"/>
          </a:xfrm>
        </p:spPr>
        <p:txBody>
          <a:bodyPr vert="horz" rtlCol="0"/>
          <a:lstStyle>
            <a:extLst/>
          </a:lstStyle>
          <a:p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CB97365-EBCA-4027-87D5-99FC1D4DF0BB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9E29E33-B620-47F9-BB04-8846C2A5AFC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CB97365-EBCA-4027-87D5-99FC1D4DF0BB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9E29E33-B620-47F9-BB04-8846C2A5AFC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10314"/>
            <a:ext cx="8810846" cy="4924044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95400" y="4800600"/>
            <a:ext cx="4212264" cy="205740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endParaRPr kumimoji="0" lang="en-US">
              <a:solidFill>
                <a:schemeClr val="tx1">
                  <a:shade val="50000"/>
                </a:schemeClr>
              </a:solidFill>
            </a:endParaRP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562600" y="4800600"/>
            <a:ext cx="3002280" cy="205740"/>
          </a:xfrm>
          <a:prstGeom prst="rect">
            <a:avLst/>
          </a:prstGeom>
        </p:spPr>
        <p:txBody>
          <a:bodyPr/>
          <a:lstStyle>
            <a:lvl1pPr algn="l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fld id="{7CB97365-EBCA-4027-87D5-99FC1D4DF0BB}" type="datetimeFigureOut">
              <a:rPr lang="en-US" smtClean="0"/>
              <a:pPr/>
              <a:t>10/7/2026</a:t>
            </a:fld>
            <a:endParaRPr lang="en-US">
              <a:solidFill>
                <a:schemeClr val="tx1">
                  <a:shade val="50000"/>
                </a:schemeClr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38952" y="4885926"/>
            <a:ext cx="464288" cy="205740"/>
          </a:xfrm>
          <a:prstGeom prst="rect">
            <a:avLst/>
          </a:prstGeom>
        </p:spPr>
        <p:txBody>
          <a:bodyPr anchor="ctr"/>
          <a:lstStyle>
            <a:lvl1pPr algn="r" eaLnBrk="1" latinLnBrk="0" hangingPunct="1">
              <a:defRPr kumimoji="0" sz="1600">
                <a:solidFill>
                  <a:schemeClr val="tx2">
                    <a:shade val="90000"/>
                  </a:schemeClr>
                </a:solidFill>
                <a:effectLst/>
              </a:defRPr>
            </a:lvl1pPr>
            <a:extLst/>
          </a:lstStyle>
          <a:p>
            <a:fld id="{69E29E33-B620-47F9-BB04-8846C2A5AFCC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tx1">
                  <a:shade val="50000"/>
                </a:schemeClr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90152"/>
            <a:ext cx="8229600" cy="857250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34678"/>
            <a:ext cx="8229600" cy="339471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</p:sldLayoutIdLst>
  <p:hf sldNum="0" hdr="0" ftr="0" dt="0"/>
  <p:txStyles>
    <p:titleStyle>
      <a:lvl1pPr marL="54864" algn="r" rtl="0" eaLnBrk="1" latinLnBrk="0" hangingPunct="1">
        <a:spcBef>
          <a:spcPct val="0"/>
        </a:spcBef>
        <a:buNone/>
        <a:defRPr kumimoji="0" sz="4600" kern="1200">
          <a:solidFill>
            <a:schemeClr val="tx2">
              <a:tint val="100000"/>
              <a:shade val="90000"/>
              <a:satMod val="250000"/>
              <a:alpha val="100000"/>
            </a:schemeClr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92100" indent="-292100" algn="l" rtl="0" eaLnBrk="1" latinLnBrk="0" hangingPunct="1">
        <a:spcBef>
          <a:spcPts val="0"/>
        </a:spcBef>
        <a:buClr>
          <a:schemeClr val="accent1"/>
        </a:buClr>
        <a:buSzPct val="70000"/>
        <a:buFont typeface="Wingdings 2"/>
        <a:buChar char="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rtl="0" eaLnBrk="1" latinLnBrk="0" hangingPunct="1">
        <a:spcBef>
          <a:spcPts val="400"/>
        </a:spcBef>
        <a:buClr>
          <a:schemeClr val="accent2"/>
        </a:buClr>
        <a:buSzPct val="90000"/>
        <a:buFontTx/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92024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39" y="2651760"/>
            <a:ext cx="4411487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0972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Cyber Security Internship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Technologies Pvt. Ltd.  |  25 May 2026 – 25 Jul 2026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Kumar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</a:t>
            </a:r>
            <a:r>
              <a:rPr lang="en-US" sz="16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CS-23411156</a:t>
            </a:r>
            <a:r>
              <a:rPr lang="en-US" sz="16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B.Tech CSE (Cybersecurity), 2023-27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and Engineering, IILM University, Greater Noida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Internship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7B1E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Internship | Codec Technologies | Ayush Kumar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931920" cy="1554480"/>
          </a:xfrm>
          <a:prstGeom prst="rect">
            <a:avLst/>
          </a:prstGeom>
          <a:solidFill>
            <a:srgbClr val="F4F6FA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73152" cy="1554480"/>
          </a:xfrm>
          <a:prstGeom prst="rect">
            <a:avLst/>
          </a:prstGeom>
          <a:solidFill>
            <a:srgbClr val="7B1E2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Organization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17373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Technologies Pvt. Ltd., Powai, Mumbai (ISO 9001:2015, Google for Education Partner)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3931920" cy="1554480"/>
          </a:xfrm>
          <a:prstGeom prst="rect">
            <a:avLst/>
          </a:prstGeom>
          <a:solidFill>
            <a:srgbClr val="F4F6FA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188720"/>
            <a:ext cx="73152" cy="1554480"/>
          </a:xfrm>
          <a:prstGeom prst="rect">
            <a:avLst/>
          </a:prstGeom>
          <a:solidFill>
            <a:srgbClr val="7B1E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3776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17373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Intern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3931920" cy="1554480"/>
          </a:xfrm>
          <a:prstGeom prst="rect">
            <a:avLst/>
          </a:prstGeom>
          <a:solidFill>
            <a:srgbClr val="F4F6FA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926080"/>
            <a:ext cx="73152" cy="1554480"/>
          </a:xfrm>
          <a:prstGeom prst="rect">
            <a:avLst/>
          </a:prstGeom>
          <a:solidFill>
            <a:srgbClr val="7B1E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063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Duration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4747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months: 25/05/2026 to 25/07/2026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663440" y="2926080"/>
            <a:ext cx="3931920" cy="1554480"/>
          </a:xfrm>
          <a:prstGeom prst="rect">
            <a:avLst/>
          </a:prstGeom>
          <a:solidFill>
            <a:srgbClr val="F4F6FA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926080"/>
            <a:ext cx="73152" cy="1554480"/>
          </a:xfrm>
          <a:prstGeom prst="rect">
            <a:avLst/>
          </a:prstGeom>
          <a:solidFill>
            <a:srgbClr val="7B1E2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937760" y="3063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Approval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34747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 &amp; ICAC approved program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 &amp;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7B1E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Internship | Codec Technologies | Ayush Kumar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B1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internship?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55448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breaches come from known weaknesses: misconfigurations, unpatched software and insecure web apps. Students need hands-on, authorised practice to find and report them.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097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B1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1554480"/>
            <a:ext cx="4023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security and networking fundamentals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industry tools in an isolated lab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scanning and vulnerability assessment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OWASP Top 10 web risks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clear reports with fixes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ethical and legal rules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Technologies and Tools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7B1E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Internship | Codec Technologies | Ayush Kumar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06040" cy="1417320"/>
          </a:xfrm>
          <a:prstGeom prst="rect">
            <a:avLst/>
          </a:prstGeom>
          <a:solidFill>
            <a:srgbClr val="F4F6FA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087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Kali Linux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65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606040" cy="1417320"/>
          </a:xfrm>
          <a:prstGeom prst="rect">
            <a:avLst/>
          </a:prstGeom>
          <a:solidFill>
            <a:srgbClr val="F4F6FA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5087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Nmap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965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scanning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2606040" cy="1417320"/>
          </a:xfrm>
          <a:prstGeom prst="rect">
            <a:avLst/>
          </a:prstGeom>
          <a:solidFill>
            <a:srgbClr val="F4F6FA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5087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Wireshark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965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analysis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2606040" cy="1417320"/>
          </a:xfrm>
          <a:prstGeom prst="rect">
            <a:avLst/>
          </a:prstGeom>
          <a:solidFill>
            <a:srgbClr val="F4F6FA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1546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Burp Suite / ZAP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611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testing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46120" y="2834640"/>
            <a:ext cx="2606040" cy="1417320"/>
          </a:xfrm>
          <a:prstGeom prst="rect">
            <a:avLst/>
          </a:prstGeom>
          <a:solidFill>
            <a:srgbClr val="F4F6FA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29000" y="31546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OpenVAS / Nessus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3429000" y="3611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Vuln. scanning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035040" y="2834640"/>
            <a:ext cx="2606040" cy="1417320"/>
          </a:xfrm>
          <a:prstGeom prst="rect">
            <a:avLst/>
          </a:prstGeom>
          <a:solidFill>
            <a:srgbClr val="F4F6FA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17920" y="31546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Metasploit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3611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exploitation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7B1E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Internship | Codec Technologies | Ayush Kumar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1554480" cy="1554480"/>
          </a:xfrm>
          <a:prstGeom prst="rect">
            <a:avLst/>
          </a:prstGeom>
          <a:solidFill>
            <a:srgbClr val="7B1E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65760" y="1828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4231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084832" y="1737360"/>
            <a:ext cx="1554480" cy="15544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084832" y="1828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2176272" y="24231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&amp; Enumeration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803904" y="1737360"/>
            <a:ext cx="1554480" cy="1554480"/>
          </a:xfrm>
          <a:prstGeom prst="rect">
            <a:avLst/>
          </a:prstGeom>
          <a:solidFill>
            <a:srgbClr val="7B1E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803904" y="1828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3895344" y="24231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Analysis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522976" y="1737360"/>
            <a:ext cx="1554480" cy="15544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522976" y="1828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5614416" y="24231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Exploitation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242048" y="1737360"/>
            <a:ext cx="1554480" cy="1554480"/>
          </a:xfrm>
          <a:prstGeom prst="rect">
            <a:avLst/>
          </a:prstGeom>
          <a:solidFill>
            <a:srgbClr val="7B1E2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242048" y="1828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7333488" y="24231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Remediation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work done in an isolated virtual lab on authorised, intentionally vulnerable targets.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Internship Plan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7B1E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Internship | Codec Technologies | Ayush Kumar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828800" cy="7315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1887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Weeks 1-2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86000" y="1188720"/>
            <a:ext cx="6400800" cy="73152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468880" y="118872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basics, networking, Linux, lab setup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1828800" cy="7315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0574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Weeks 3-4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286000" y="2057400"/>
            <a:ext cx="6400800" cy="73152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468880" y="205740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scanning, enumeration, Wireshark analysis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1828800" cy="7315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29260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Weeks 5-6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286000" y="2926080"/>
            <a:ext cx="6400800" cy="73152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468880" y="292608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scans, Burp Suite and ZAP web testing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794760"/>
            <a:ext cx="1828800" cy="7315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37947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Weeks 7-8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286000" y="3794760"/>
            <a:ext cx="6400800" cy="73152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468880" y="379476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exploitation, documentation, final report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Outcomes and Skills Gained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7B1E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Internship | Codec Technologies | Ayush Kumar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80160"/>
            <a:ext cx="7863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use of scanning, analysis and testing tools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of common vulnerabilities and attack techniques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evidence-based security reporting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of legal and ethical boundaries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exposure and a Letter of Recommendation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Certificate and Recommendation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7B1E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Internship | Codec Technologies | Ayush Kumar</a:t>
            </a:r>
            <a:endParaRPr lang="en-US" sz="1000" dirty="0"/>
          </a:p>
        </p:txBody>
      </p:sp>
      <p:pic>
        <p:nvPicPr>
          <p:cNvPr id="6" name="Image 0" descr="cert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80160"/>
            <a:ext cx="4754880" cy="3035808"/>
          </a:xfrm>
          <a:prstGeom prst="rect">
            <a:avLst/>
          </a:prstGeom>
        </p:spPr>
      </p:pic>
      <p:pic>
        <p:nvPicPr>
          <p:cNvPr id="7" name="Image 1" descr="lor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1005840"/>
            <a:ext cx="2651760" cy="3749040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oundry">
  <a:themeElements>
    <a:clrScheme name="Foundry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Foundry">
      <a:maj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oundry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4</TotalTime>
  <Words>365</Words>
  <Application>Microsoft Office PowerPoint</Application>
  <PresentationFormat>On-screen Show (16:9)</PresentationFormat>
  <Paragraphs>80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Foundry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Internship Presentation - Ayush Kumar</dc:title>
  <dc:subject>PptxGenJS Presentation</dc:subject>
  <dc:creator>Ayush Kumar</dc:creator>
  <cp:lastModifiedBy>Ayush Kumar</cp:lastModifiedBy>
  <cp:revision>2</cp:revision>
  <dcterms:created xsi:type="dcterms:W3CDTF">2026-10-07T12:24:39Z</dcterms:created>
  <dcterms:modified xsi:type="dcterms:W3CDTF">2026-10-07T12:33:10Z</dcterms:modified>
</cp:coreProperties>
</file>